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_LIGHT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886325"/>
            <a:ext cx="9144000" cy="73152"/>
          </a:xfrm>
          <a:prstGeom prst="rect">
            <a:avLst/>
          </a:prstGeom>
          <a:solidFill>
            <a:srgbClr val="1A237E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Cloud-Hosted Document Management System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 Secure File Sharing and Version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98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Presentation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 Sakshi Rana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Program: MCA Cloud Computing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 / 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Topic Overview: A cloud-hosted document management system enabling secure file sharing and version control.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Objectives: Design metadata schema, develop secure upload/retrieval, integrate cloud storage, implement encryption and access control.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Analysis &amp; Design: Requirement gathering, feasibility study, DFD/use-case diagrams, ER diagram, and UI design.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&amp; Testing: Technology stack selection, module development, database integration, unit/integration/system testing.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Scope: OCR integration, advanced search, workflow automation, and AI-driven document classification.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Background: Traditional file handling relies on local storage, email attachments, or unmanaged shared folders leading to duplication and poor traceability.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Definition: Need for a centralized cloud-based system to manage documents securely with controlled access and version tracking.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Objectives: Centralized storage, secure upload/retrieval, role-based access, version control, audit logging, and scalability.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Scope: Web-based application supporting multiple file types, large file handling, encryption, and real-time collaboration readiness.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Overview: Cloud object storage, application server, metadata indexing, HTTPS/TLS encryption, and modern frontend frameworks.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Study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System: Manual file storage on local drives, email-based sharing, and shared network folders without version tracking.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Limitations: No centralized access control, risk of unauthorized access, accidental overwrites, duplication, and poor searchability.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Study: Technical feasibility (cloud APIs mature), economic feasibility (pay-as-you-go storage), operational feasibility (user-friendly web UI).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Gathering: Stakeholder interviews, survey of document workflows, analysis of security and compliance needs.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Gap Analysis: Missing encryption at rest, automated versioning, audit trails, and role-based permissions in current practice.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Requirement Analysis: Functional (upload, download, share, version, search) and non-functional (security, performance, scalability) requirements.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Functional Requirements: Secure file upload/retrieval, metadata management, user authentication, role-based access, version creation.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Non-Functional Requirements: Encryption (in-transit and at-rest), high availability, sub-second response for metadata, support for 1GB+ files.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DFD: Level-0 DFD showing user → document management system → cloud storage; Level-1 DFD decomposing upload, retrieve, share, version modules.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 Diagrams: Actors (Admin, Uploader, Editor, Viewer) and use cases (Upload Document, Manage Permissions, View Versions, Audit Logs).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Architecture: Client interface → Application server (business logic) → Metadata layer → Cloud object storage (scalable persistence).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Design: Relational metadata store with tables for Users, Documents, Versions, Permissions, AuditLogs, and Departments.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 Diagram: Entities (User, Document, Version, Permission, AuditLog) with relationships: User uploads Document, Document has Versions, Permission maps User to Document.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UI Design: Dashboard with document listing, upload modal, version history panel, permission manager, and audit log viewer.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 Design: HTTPS/TLS for transport, AES encryption for rest, RBAC with roles (Admin, Uploader, Editor, Viewer), and audit logging.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Implementation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Stack: Frontend (React/Vue.js), Backend (Node.js/Python), Database (PostgreSQL/MySQL), Cloud Storage (AWS S3 / Azure Blob / GCP).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Development: Authentication module, Upload/Retrieval module, Metadata management module, Version control module, Permission &amp; Audit module.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Database Integration: ORM-based schema migrations, indexed metadata queries, transaction-safe version creation, and audit log triggers.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Deployment: Containerized deployment with Docker, orchestration via Kubernetes, CI/CD pipeline, and environment-based configuration.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 Design: RESTful endpoints for document CRUD, versioning, sharing, and permissions with JWT-based authentication.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Unit Testing: Jest/Mocha tests for authentication, upload validation, metadata extraction, permission checks, and version creation logic.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Integration Testing: End-to-end flows for upload → metadata save → storage write → retrieval, and share → permission update → access verification.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Testing: Full application testing including concurrent uploads, large file handling (1GB+), encryption/decryption cycles, and failover.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Cases: Valid/invalid file types, duplicate uploads, permission escalation attempts, version rollback scenarios, and audit log completeness.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Testing: Load testing with 100+ concurrent users, throughput measurement for upload/download, and latency benchmarking for metadata queries.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&amp; Discussion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Output: Web dashboard enabling secure document upload, retrieval, sharing, version history viewing, and permission management.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Performance Analysis: Sub-second metadata queries, stable upload/download for files up to 2GB, and 99.9% uptime in containerized deployment.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Advantages: Eliminates file duplication, prevents accidental overwrites, provides audit trails, enables remote access, and scales on demand.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Comparison: Superior to email sharing (no version control) and local drives (no centralized access control) with added encryption and audit capabilities.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User Feedback: Positive response on ease of use, search speed, and confidence in security; suggestions for mobile app and offline sync.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37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Summary: Delivered a secure, scalable, cloud-hosted document management system with version control, role-based access, and audit logging.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 Achieved: Secure upload/retrieval, metadata schema, cloud integration, encryption, permissions, versioning, and comprehensive testing.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Benefits: Improved document traceability, reduced duplication risk, enhanced collaboration readiness, and compliance-friendly audit trails.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Enhancements: OCR for scanned documents, AI-driven auto-classification and tagging, advanced full-text search, and workflow automation.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1212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Scalability Roadmap: Multi-region replication, CDN integration for faster downloads, mobile application, and offline synchronization support.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8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Generated by use.ai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Cloud-Hosted Document Management System with Secure File Sharing and Version Control</dc:title>
  <dc:subject>PptxGenJS Presentation</dc:subject>
  <dc:creator>use.ai</dc:creator>
  <cp:lastModifiedBy>use.ai</cp:lastModifiedBy>
  <cp:revision>1</cp:revision>
  <dcterms:created xsi:type="dcterms:W3CDTF">2026-07-09T07:43:52Z</dcterms:created>
  <dcterms:modified xsi:type="dcterms:W3CDTF">2026-07-09T07:43:52Z</dcterms:modified>
</cp:coreProperties>
</file>