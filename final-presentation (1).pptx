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Cloud-Hosted Document Management System with Secure File Sharing and Version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by Sakshi Rana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Program: MCA Cloud Computing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file handling often relies on local storage, email attachments, or unmanaged shared folders.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methods can lead to duplication, unauthorized access, accidental overwrites, and poor traceability.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centralized cloud-based system is needed for secure and reliable document management.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 structured metadata schema for documents.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secure file upload and retrieval modules.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cloud object storage and enable version control.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9544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encryption, access permissions, monitoring, and large file support.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cloud-hosted document management system with centralized storage and controlled access.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supports secure upload, retrieval, sharing, version tracking, and storage monitoring.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focuses on scalability, security, and high availability.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interface for document operations.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server for business logic and request validation.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layer for indexing and document records.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9544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object storage for centralized file persistence.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67912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versioning, and monitoring components.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Metadata Schema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fields include document ID, file name, type, size, owner, version, checksum, and storage path.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fields may include category, tags, department, retention class, and confidentiality level.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supports search, governance, audit reference, and access mapping.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in transit using HTTPS or TLS.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at rest for stored files.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control for admin, uploader, editor, and viewer.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9544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logging for access and permission changes.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 and Storage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object storage is used for scalable and centralized file management.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updated document creates a new version with version number and timestamp.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versions can be retained for rollback and traceability.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testing for upload, retrieval, permissions, and version creation.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testing for large file upload and download.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of integrity, retry behavior, and secure access restrictions.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provides a secure and scalable approach to document management in the cloud.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improves storage reliability, access control, and version traceability.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creates a foundation for future enhancements such as OCR, search, and workflow automation.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D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155680" cy="9144"/>
          </a:xfrm>
          <a:prstGeom prst="rect">
            <a:avLst/>
          </a:prstGeom>
          <a:noFill/>
          <a:ln>
            <a:solidFill>
              <a:srgbClr val="AAB7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Link: Add your repository URL here.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Link: Add your deployed application URL here.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89120" y="6400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use.ai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MCA Cloud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</dc:title>
  <dc:subject>Cloud-Hosted Document Management System with Secure File Sharing and Version Control</dc:subject>
  <dc:creator>Sakshi Rana</dc:creator>
  <cp:lastModifiedBy>Sakshi Rana</cp:lastModifiedBy>
  <cp:revision>1</cp:revision>
  <dcterms:created xsi:type="dcterms:W3CDTF">2026-07-05T15:24:06Z</dcterms:created>
  <dcterms:modified xsi:type="dcterms:W3CDTF">2026-07-05T15:24:06Z</dcterms:modified>
</cp:coreProperties>
</file>